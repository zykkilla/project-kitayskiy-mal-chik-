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78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46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2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8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3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91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60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33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56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91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22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9415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346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635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035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7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1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719F5-C01B-471E-996C-866BB8CF0C7F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E8291-CBEA-41CF-BE04-D03A357A2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751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B456C-5404-4EA3-9795-C192E7D7C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542" y="2463961"/>
            <a:ext cx="8144134" cy="1321633"/>
          </a:xfrm>
        </p:spPr>
        <p:txBody>
          <a:bodyPr/>
          <a:lstStyle/>
          <a:p>
            <a:r>
              <a:rPr lang="en-US" b="1" dirty="0">
                <a:solidFill>
                  <a:srgbClr val="D1D7E0"/>
                </a:solidFill>
                <a:latin typeface="-apple-system"/>
              </a:rPr>
              <a:t>project-</a:t>
            </a:r>
            <a:r>
              <a:rPr lang="en-US" b="1" dirty="0" err="1">
                <a:solidFill>
                  <a:srgbClr val="D1D7E0"/>
                </a:solidFill>
                <a:latin typeface="-apple-system"/>
              </a:rPr>
              <a:t>kitayskiy</a:t>
            </a:r>
            <a:r>
              <a:rPr lang="en-US" b="1" dirty="0">
                <a:solidFill>
                  <a:srgbClr val="D1D7E0"/>
                </a:solidFill>
                <a:latin typeface="-apple-system"/>
              </a:rPr>
              <a:t>-mal-</a:t>
            </a:r>
            <a:r>
              <a:rPr lang="en-US" b="1" dirty="0" err="1">
                <a:solidFill>
                  <a:srgbClr val="D1D7E0"/>
                </a:solidFill>
                <a:latin typeface="-apple-system"/>
              </a:rPr>
              <a:t>chik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78440F-A835-4027-B248-B3B8CADCA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dirty="0"/>
              <a:t>Выполнили:</a:t>
            </a:r>
          </a:p>
          <a:p>
            <a:pPr algn="l"/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Пухненков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 Егор</a:t>
            </a:r>
          </a:p>
          <a:p>
            <a:pPr algn="l"/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Давлятов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 Булат</a:t>
            </a:r>
          </a:p>
          <a:p>
            <a:pPr algn="l"/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Кашапов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 Рафаэль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4840CD-C421-43A6-B998-2198818D7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833" y="2592197"/>
            <a:ext cx="3073167" cy="1652632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F7067D6-4149-4B4C-9372-CE751C20D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91" y="438062"/>
            <a:ext cx="2938012" cy="165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A9D62440-68C5-4C0C-B75F-C873AC6D99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3E61910E-049D-4C95-9ABF-914399AFF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62" y="4392946"/>
            <a:ext cx="3968342" cy="216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18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F1DBD-E5E2-4A79-BCD0-B80BAA9F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Простая файловая система на C: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F47E3E-2A1D-47E3-B663-FB791D267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Реализация компактной файловой системы с базовыми операциями CRUD (</a:t>
            </a:r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Create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Read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, Update, </a:t>
            </a:r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Delete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), работающей в рамках одного физического файла.</a:t>
            </a:r>
          </a:p>
          <a:p>
            <a:pPr marL="0" indent="0">
              <a:buNone/>
            </a:pPr>
            <a:b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36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91A5C-CC61-4AE9-B32D-1604615E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1013287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🔍 Общее описание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b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3A780B4-8A82-4B25-A9DE-48DCEFDD3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Файловая система хранит все данные в едином файле (</a:t>
            </a:r>
            <a:r>
              <a:rPr lang="ru-RU" b="0" i="0" dirty="0" err="1">
                <a:solidFill>
                  <a:srgbClr val="D1D7E0"/>
                </a:solidFill>
                <a:effectLst/>
                <a:latin typeface="-apple-system"/>
              </a:rPr>
              <a:t>data.fs</a:t>
            </a: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 по умолчанию), используя структурированный текстовый формат:</a:t>
            </a:r>
          </a:p>
          <a:p>
            <a:pPr marL="0" indent="0" algn="just">
              <a:buNone/>
            </a:pPr>
            <a:r>
              <a:rPr lang="ru-RU" sz="1600" dirty="0"/>
              <a:t>[имя_файла1]</a:t>
            </a:r>
          </a:p>
          <a:p>
            <a:pPr marL="0" indent="0" algn="just">
              <a:buNone/>
            </a:pPr>
            <a:r>
              <a:rPr lang="ru-RU" sz="1600" dirty="0"/>
              <a:t>[содержимое_файла1]</a:t>
            </a:r>
          </a:p>
          <a:p>
            <a:pPr marL="0" indent="0" algn="just">
              <a:buNone/>
            </a:pPr>
            <a:r>
              <a:rPr lang="ru-RU" sz="1600" dirty="0"/>
              <a:t>/</a:t>
            </a:r>
          </a:p>
          <a:p>
            <a:pPr marL="0" indent="0" algn="just">
              <a:buNone/>
            </a:pPr>
            <a:r>
              <a:rPr lang="ru-RU" sz="1600" dirty="0"/>
              <a:t>[имя_файла2]</a:t>
            </a:r>
          </a:p>
          <a:p>
            <a:pPr marL="0" indent="0" algn="just">
              <a:buNone/>
            </a:pPr>
            <a:r>
              <a:rPr lang="ru-RU" sz="1600" dirty="0"/>
              <a:t>[содержимое_файла2]</a:t>
            </a:r>
          </a:p>
          <a:p>
            <a:pPr marL="0" indent="0" algn="just">
              <a:buNone/>
            </a:pPr>
            <a:r>
              <a:rPr lang="ru-RU" sz="1600" dirty="0"/>
              <a:t>/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08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D10B2-8F19-4343-BA1D-F620A6C7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921811"/>
            <a:ext cx="9613861" cy="1080938"/>
          </a:xfrm>
        </p:spPr>
        <p:txBody>
          <a:bodyPr/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📌 Ключевые особенности: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554AF-0A16-4025-B69E-69A588F68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Хранение всех данных в одном файле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Поддержка многострочного содержимого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Гарантия целостности данных при операциях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Интуитивный интерфейс командной строки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983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33D59-E2FE-413F-9665-9793C93A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⚙️ Технические характеристики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191BA-C91D-4832-B8DF-2156ED3D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Ограничения системы: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Максимальный размер содержимого файла: 4 КБ (4096 символов)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Поддержка только плоской структуры (без подкаталогов)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Отсутствие системы прав доступа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13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4B856-1B84-48C7-97B4-15F31FB9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📁 Формат хранения: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9ABA46-D420-4678-897F-78F12CE96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Строка с именем файла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Произвольное содержимое (одна или несколько строк)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Разделитель / на отдельной строке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293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FF2C0-73E6-483F-9507-A7E1D75A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8" y="921811"/>
            <a:ext cx="9613861" cy="1080938"/>
          </a:xfrm>
        </p:spPr>
        <p:txBody>
          <a:bodyPr/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📋 Основные операции: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A0C518-5AF0-42F5-B2CC-4BA323026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Описание основных функций: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2E1FD8-56B7-4D68-83E5-BD11970AB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729" y="2902871"/>
            <a:ext cx="392484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1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397D9-86B7-4DA7-AC87-70B29881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⌨️ Командный интерфейс: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7A4838-28DC-4B07-A1F0-5EA7F730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Доступные команды: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4BB0CE-5ACB-403F-AC73-A209D4251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09" y="2907634"/>
            <a:ext cx="480127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2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68B60-94C6-4142-9F8E-9F80A97E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921811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  <a:t>🚀 Запуск и использование</a:t>
            </a:r>
            <a:br>
              <a:rPr lang="ru-RU" b="1" i="0" dirty="0">
                <a:solidFill>
                  <a:srgbClr val="D1D7E0"/>
                </a:solidFill>
                <a:effectLst/>
                <a:latin typeface="-apple-system"/>
              </a:rPr>
            </a:br>
            <a:b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BEE8B08-6B74-444C-9EE5-FE3852C58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18241"/>
            <a:ext cx="3648398" cy="3599316"/>
          </a:xfrm>
        </p:spPr>
        <p:txBody>
          <a:bodyPr/>
          <a:lstStyle/>
          <a:p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Сборка программы:</a:t>
            </a:r>
          </a:p>
          <a:p>
            <a:pPr marL="0" indent="0">
              <a:buNone/>
            </a:pPr>
            <a:r>
              <a:rPr lang="en-US" sz="1400" dirty="0"/>
              <a:t>bash</a:t>
            </a:r>
          </a:p>
          <a:p>
            <a:pPr marL="0" indent="0">
              <a:buNone/>
            </a:pPr>
            <a:r>
              <a:rPr lang="en-US" sz="1400" dirty="0" err="1"/>
              <a:t>gcc</a:t>
            </a:r>
            <a:r>
              <a:rPr lang="en-US" sz="1400" dirty="0"/>
              <a:t> -o fs </a:t>
            </a:r>
            <a:r>
              <a:rPr lang="en-US" sz="1400" dirty="0" err="1"/>
              <a:t>filesy</a:t>
            </a:r>
            <a:endParaRPr lang="ru-RU" sz="1400" dirty="0"/>
          </a:p>
          <a:p>
            <a:pPr marL="0" indent="0">
              <a:buNone/>
            </a:pPr>
            <a:r>
              <a:rPr lang="en-US" sz="1400" dirty="0" err="1"/>
              <a:t>stem.c</a:t>
            </a:r>
            <a:r>
              <a:rPr lang="en-US" sz="1400" dirty="0"/>
              <a:t> </a:t>
            </a:r>
            <a:r>
              <a:rPr lang="en-US" sz="1400" dirty="0" err="1"/>
              <a:t>main.c</a:t>
            </a:r>
            <a:endParaRPr lang="ru-RU" sz="1400" dirty="0"/>
          </a:p>
          <a:p>
            <a:pPr marL="0" indent="0">
              <a:buNone/>
            </a:pPr>
            <a: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  <a:t>Запуск системы:</a:t>
            </a:r>
          </a:p>
          <a:p>
            <a:pPr marL="0" indent="0">
              <a:buNone/>
            </a:pPr>
            <a:r>
              <a:rPr lang="en-US" sz="1400" dirty="0"/>
              <a:t>bash</a:t>
            </a:r>
          </a:p>
          <a:p>
            <a:pPr marL="0" indent="0">
              <a:buNone/>
            </a:pPr>
            <a:r>
              <a:rPr lang="en-US" sz="1400" dirty="0"/>
              <a:t>./fs</a:t>
            </a:r>
            <a:endParaRPr lang="ru-RU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9348F-8D26-48B7-AB75-4282312D0DD0}"/>
              </a:ext>
            </a:extLst>
          </p:cNvPr>
          <p:cNvSpPr txBox="1"/>
          <p:nvPr/>
        </p:nvSpPr>
        <p:spPr>
          <a:xfrm>
            <a:off x="4328719" y="2118241"/>
            <a:ext cx="470622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D1D7E0"/>
                </a:solidFill>
                <a:effectLst/>
                <a:latin typeface="-apple-system"/>
              </a:rPr>
              <a:t>Пример сеанса работы: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создать документ.txt "Привет, мир!"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Файл 'документ.txt' создан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прочитать документ.txt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Содержимое 'документ.txt':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Привет, мир!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solidFill>
                <a:srgbClr val="D1D7E0"/>
              </a:solidFill>
              <a:effectLst/>
              <a:latin typeface="-apple-system"/>
            </a:endParaRP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обновить документ.txt "Новое содержимое"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Файл 'документ.txt' обновлен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solidFill>
                <a:srgbClr val="D1D7E0"/>
              </a:solidFill>
              <a:effectLst/>
              <a:latin typeface="-apple-system"/>
            </a:endParaRP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удалить документ.txt</a:t>
            </a: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Файл 'документ.txt' удален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solidFill>
                <a:srgbClr val="D1D7E0"/>
              </a:solidFill>
              <a:effectLst/>
              <a:latin typeface="-apple-system"/>
            </a:endParaRPr>
          </a:p>
          <a:p>
            <a:pPr algn="l"/>
            <a:r>
              <a:rPr lang="ru-RU" sz="1600" b="0" i="0" dirty="0">
                <a:solidFill>
                  <a:srgbClr val="D1D7E0"/>
                </a:solidFill>
                <a:effectLst/>
                <a:latin typeface="-apple-system"/>
              </a:rPr>
              <a:t>выход</a:t>
            </a:r>
          </a:p>
          <a:p>
            <a:br>
              <a:rPr lang="ru-RU" b="0" i="0" dirty="0">
                <a:solidFill>
                  <a:srgbClr val="D1D7E0"/>
                </a:solidFill>
                <a:effectLst/>
                <a:latin typeface="-apple-system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46248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13</TotalTime>
  <Words>264</Words>
  <Application>Microsoft Office PowerPoint</Application>
  <PresentationFormat>Широкоэкранный</PresentationFormat>
  <Paragraphs>57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Trebuchet MS</vt:lpstr>
      <vt:lpstr>Берлин</vt:lpstr>
      <vt:lpstr>project-kitayskiy-mal-chik</vt:lpstr>
      <vt:lpstr>Простая файловая система на C:</vt:lpstr>
      <vt:lpstr>🔍 Общее описание  </vt:lpstr>
      <vt:lpstr>📌 Ключевые особенности: </vt:lpstr>
      <vt:lpstr>⚙️ Технические характеристики </vt:lpstr>
      <vt:lpstr>📁 Формат хранения: </vt:lpstr>
      <vt:lpstr>📋 Основные операции: </vt:lpstr>
      <vt:lpstr>⌨️ Командный интерфейс: </vt:lpstr>
      <vt:lpstr>🚀 Запуск и использование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project-kitayskiy-mal-chik</dc:title>
  <dc:creator>User</dc:creator>
  <cp:lastModifiedBy>User</cp:lastModifiedBy>
  <cp:revision>1</cp:revision>
  <dcterms:created xsi:type="dcterms:W3CDTF">2025-05-27T09:42:08Z</dcterms:created>
  <dcterms:modified xsi:type="dcterms:W3CDTF">2025-05-27T09:55:40Z</dcterms:modified>
</cp:coreProperties>
</file>